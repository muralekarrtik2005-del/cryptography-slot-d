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40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"/>
            <a:ext cx="713232" cy="6035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10972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SIMATS ENGINEERING SAVEETHA INSTITUTE OF MEDICAL AND TECHNICAL SCIENCES CHENNAI -602105</a:t>
            </a:r>
            <a:endParaRPr lang="en-US" sz="1300" dirty="0"/>
          </a:p>
        </p:txBody>
      </p:sp>
      <p:pic>
        <p:nvPicPr>
          <p:cNvPr id="4" name="Image 1" descr="logo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09728"/>
            <a:ext cx="713232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841248"/>
            <a:ext cx="8412480" cy="10973"/>
          </a:xfrm>
          <a:prstGeom prst="rect">
            <a:avLst/>
          </a:prstGeom>
          <a:solidFill>
            <a:srgbClr val="BBBBBB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4828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Attacks, Threats, Risks and Their Impact on Security Goals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1005840" cy="8503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228600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SIMATS ENGINEERING SAVEETHA INSTITUTE OF MEDICAL AND TECHNICAL SCIENCES CHENNAI -602105</a:t>
            </a:r>
            <a:endParaRPr lang="en-US" sz="1700" dirty="0"/>
          </a:p>
        </p:txBody>
      </p:sp>
      <p:pic>
        <p:nvPicPr>
          <p:cNvPr id="4" name="Image 1" descr="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82880"/>
            <a:ext cx="1005840" cy="93268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Attacks, Threats, Risks and Their Impact on Security Goals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4885509" y="3430959"/>
            <a:ext cx="3733052" cy="93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: Vempati Murale Karrtik(192312567)</a:t>
            </a:r>
          </a:p>
          <a:p>
            <a:pPr marL="0" indent="0">
              <a:buNone/>
            </a:pPr>
            <a:r>
              <a:rPr lang="en-US" sz="1500" dirty="0"/>
              <a:t>Subject : Cryptography and Network Security</a:t>
            </a:r>
          </a:p>
          <a:p>
            <a:pPr marL="0" indent="0">
              <a:buNone/>
            </a:pPr>
            <a:r>
              <a:rPr lang="en-US" sz="1500" dirty="0"/>
              <a:t>Subject Code : CSA5116</a:t>
            </a:r>
          </a:p>
          <a:p>
            <a:pPr marL="0" indent="0">
              <a:buNone/>
            </a:pPr>
            <a:r>
              <a:rPr lang="en-US" sz="1500" dirty="0"/>
              <a:t>CO1 AT3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 systems are exposed to constant digital danger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protects data, systems and networks from misuse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Attacks, threats and risks are related but not the same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attack affects one or more core security goals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them is the first step to defence</a:t>
            </a:r>
            <a:endParaRPr lang="en-US" sz="1600" dirty="0"/>
          </a:p>
        </p:txBody>
      </p:sp>
      <p:pic>
        <p:nvPicPr>
          <p:cNvPr id="4" name="Image 0" descr="img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91640"/>
            <a:ext cx="3200400" cy="2286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0" y="4023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Protecting information assets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Goals (CIA Triad)</a:t>
            </a:r>
            <a:endParaRPr lang="en-US" sz="3000" dirty="0"/>
          </a:p>
        </p:txBody>
      </p:sp>
      <p:sp>
        <p:nvSpPr>
          <p:cNvPr id="3" name="card0"/>
          <p:cNvSpPr/>
          <p:nvPr/>
        </p:nvSpPr>
        <p:spPr>
          <a:xfrm>
            <a:off x="457200" y="1691640"/>
            <a:ext cx="2651760" cy="2926080"/>
          </a:xfrm>
          <a:prstGeom prst="rect">
            <a:avLst/>
          </a:prstGeom>
          <a:solidFill>
            <a:srgbClr val="EEF2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91640"/>
            <a:ext cx="2651760" cy="640080"/>
          </a:xfrm>
          <a:prstGeom prst="rect">
            <a:avLst/>
          </a:prstGeom>
          <a:solidFill>
            <a:srgbClr val="1F3A5F"/>
          </a:solidFill>
          <a:ln w="635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Confidentiality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authorised users see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Encryption, access control</a:t>
            </a:r>
            <a:endParaRPr lang="en-US" sz="1500" dirty="0"/>
          </a:p>
        </p:txBody>
      </p:sp>
      <p:sp>
        <p:nvSpPr>
          <p:cNvPr id="7" name="card1"/>
          <p:cNvSpPr/>
          <p:nvPr/>
        </p:nvSpPr>
        <p:spPr>
          <a:xfrm>
            <a:off x="3291840" y="1691640"/>
            <a:ext cx="2651760" cy="2926080"/>
          </a:xfrm>
          <a:prstGeom prst="rect">
            <a:avLst/>
          </a:prstGeom>
          <a:solidFill>
            <a:srgbClr val="EEF2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691640"/>
            <a:ext cx="2651760" cy="640080"/>
          </a:xfrm>
          <a:prstGeom prst="rect">
            <a:avLst/>
          </a:prstGeom>
          <a:solidFill>
            <a:srgbClr val="8B1E2D"/>
          </a:solidFill>
          <a:ln w="6350">
            <a:solidFill>
              <a:srgbClr val="8B1E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603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stays accurate and unaltered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Hashing, digital signatures</a:t>
            </a:r>
            <a:endParaRPr lang="en-US" sz="1500" dirty="0"/>
          </a:p>
        </p:txBody>
      </p:sp>
      <p:sp>
        <p:nvSpPr>
          <p:cNvPr id="11" name="card2"/>
          <p:cNvSpPr/>
          <p:nvPr/>
        </p:nvSpPr>
        <p:spPr>
          <a:xfrm>
            <a:off x="6126480" y="1691640"/>
            <a:ext cx="2651760" cy="2926080"/>
          </a:xfrm>
          <a:prstGeom prst="rect">
            <a:avLst/>
          </a:prstGeom>
          <a:solidFill>
            <a:srgbClr val="EEF2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691640"/>
            <a:ext cx="2651760" cy="640080"/>
          </a:xfrm>
          <a:prstGeom prst="rect">
            <a:avLst/>
          </a:prstGeom>
          <a:solidFill>
            <a:srgbClr val="3B5B3A"/>
          </a:solidFill>
          <a:ln w="6350">
            <a:solidFill>
              <a:srgbClr val="3B5B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56032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Systems are usable when needed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Backups, redundancy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Threats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threat is a potential danger that may exploit a weakness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Natural: floods, fire, power failure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Human: hackers, insiders, careless users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Technical: malware, software bugs, hardware faults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sources: criminals, hacktivists, nation-states</a:t>
            </a:r>
            <a:endParaRPr lang="en-US" sz="1600" dirty="0"/>
          </a:p>
        </p:txBody>
      </p:sp>
      <p:pic>
        <p:nvPicPr>
          <p:cNvPr id="4" name="Image 0" descr="img_ha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91640"/>
            <a:ext cx="310896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actors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Security Attacks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solidFill>
            <a:srgbClr val="EEF2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91640"/>
            <a:ext cx="3931920" cy="548640"/>
          </a:xfrm>
          <a:prstGeom prst="rect">
            <a:avLst/>
          </a:prstGeom>
          <a:solidFill>
            <a:srgbClr val="2E6F8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Passive Attacks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observe or monitor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Eavesdropping and traffic analysis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to detect, no data change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Prevented mainly by encryption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solidFill>
            <a:srgbClr val="EEF2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91640"/>
            <a:ext cx="3931920" cy="548640"/>
          </a:xfrm>
          <a:prstGeom prst="rect">
            <a:avLst/>
          </a:prstGeom>
          <a:solidFill>
            <a:srgbClr val="8B1E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Attacks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4231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Modify, create or disrupt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Masquerade, replay, modification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Denial of Service (DoS)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Detected and then recovered from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Common Attacks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Malware: virus, worm, trojan, ransomware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Phishing: fake messages steal credentials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Denial of Service: floods a system with requests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Man-in-the-Middle: secretly intercepts traffic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Injection: malicious database queries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Brute force and password attacks</a:t>
            </a:r>
            <a:endParaRPr lang="en-US" sz="1500" dirty="0"/>
          </a:p>
        </p:txBody>
      </p:sp>
      <p:pic>
        <p:nvPicPr>
          <p:cNvPr id="4" name="Image 0" descr="img_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91640"/>
            <a:ext cx="310896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Malicious software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Vulnerabilities and Risks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Vulnerability: a weakness in a system or process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weak passwords, unpatched software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= Threat x Vulnerability x Impact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risk: likely threat, easy weakness, big loss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can be reduced, transferred, accepted or avoided</a:t>
            </a:r>
            <a:endParaRPr lang="en-US" sz="1600" dirty="0"/>
          </a:p>
        </p:txBody>
      </p:sp>
      <p:pic>
        <p:nvPicPr>
          <p:cNvPr id="4" name="Image 0" descr="img_k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91640"/>
            <a:ext cx="310896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credentials raise risk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Management Process</a:t>
            </a:r>
            <a:endParaRPr lang="en-US" sz="3000" dirty="0"/>
          </a:p>
        </p:txBody>
      </p:sp>
      <p:sp>
        <p:nvSpPr>
          <p:cNvPr id="3" name="step0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assets</a:t>
            </a:r>
            <a:endParaRPr lang="en-US" sz="1500" dirty="0"/>
          </a:p>
        </p:txBody>
      </p:sp>
      <p:sp>
        <p:nvSpPr>
          <p:cNvPr id="6" name="step1"/>
          <p:cNvSpPr/>
          <p:nvPr/>
        </p:nvSpPr>
        <p:spPr>
          <a:xfrm>
            <a:off x="2569464" y="1737360"/>
            <a:ext cx="640080" cy="640080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9464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157984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threats</a:t>
            </a:r>
            <a:endParaRPr lang="en-US" sz="1500" dirty="0"/>
          </a:p>
        </p:txBody>
      </p:sp>
      <p:sp>
        <p:nvSpPr>
          <p:cNvPr id="9" name="step2"/>
          <p:cNvSpPr/>
          <p:nvPr/>
        </p:nvSpPr>
        <p:spPr>
          <a:xfrm>
            <a:off x="4270248" y="1737360"/>
            <a:ext cx="640080" cy="64008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70248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 risk</a:t>
            </a:r>
            <a:endParaRPr lang="en-US" sz="1500" dirty="0"/>
          </a:p>
        </p:txBody>
      </p:sp>
      <p:sp>
        <p:nvSpPr>
          <p:cNvPr id="12" name="step3"/>
          <p:cNvSpPr/>
          <p:nvPr/>
        </p:nvSpPr>
        <p:spPr>
          <a:xfrm>
            <a:off x="5971032" y="1737360"/>
            <a:ext cx="640080" cy="640080"/>
          </a:xfrm>
          <a:prstGeom prst="ellipse">
            <a:avLst/>
          </a:prstGeom>
          <a:solidFill>
            <a:srgbClr val="3B5B3A"/>
          </a:solidFill>
          <a:ln w="12700">
            <a:solidFill>
              <a:srgbClr val="3B5B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71032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559552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controls</a:t>
            </a:r>
            <a:endParaRPr lang="en-US" sz="1500" dirty="0"/>
          </a:p>
        </p:txBody>
      </p:sp>
      <p:sp>
        <p:nvSpPr>
          <p:cNvPr id="15" name="step4"/>
          <p:cNvSpPr/>
          <p:nvPr/>
        </p:nvSpPr>
        <p:spPr>
          <a:xfrm>
            <a:off x="7671816" y="1737360"/>
            <a:ext cx="640080" cy="640080"/>
          </a:xfrm>
          <a:prstGeom prst="ellipse">
            <a:avLst/>
          </a:prstGeom>
          <a:solidFill>
            <a:srgbClr val="8B1E2D"/>
          </a:solidFill>
          <a:ln w="12700">
            <a:solidFill>
              <a:srgbClr val="8B1E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71816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260336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 risks by likelihood and impact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Choose controls that fit cost and need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regularly as new threats appear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on Confidentiality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breach exposes personal and financial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Caused by eavesdropping, phishing, spyware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Leads to identity theft and privacy loss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Damages trust and brings legal penalties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Defence: encryption, MFA, least privilege</a:t>
            </a:r>
            <a:endParaRPr lang="en-US" sz="1600" dirty="0"/>
          </a:p>
        </p:txBody>
      </p:sp>
      <p:pic>
        <p:nvPicPr>
          <p:cNvPr id="4" name="Image 0" descr="img_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91640"/>
            <a:ext cx="310896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travelling over networks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on Integrity and Availability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solidFill>
            <a:srgbClr val="EEF2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91640"/>
            <a:ext cx="3931920" cy="548640"/>
          </a:xfrm>
          <a:prstGeom prst="rect">
            <a:avLst/>
          </a:prstGeom>
          <a:solidFill>
            <a:srgbClr val="8B1E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altered or corrupted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Tampering, injection, replay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Wrong decisions and fraud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hashing and digital signatures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solidFill>
            <a:srgbClr val="EEF2F7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691640"/>
            <a:ext cx="3931920" cy="548640"/>
          </a:xfrm>
          <a:prstGeom prst="rect">
            <a:avLst/>
          </a:prstGeom>
          <a:solidFill>
            <a:srgbClr val="3B5B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24231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Services become unreachable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DoS, ransomware, hardware attacks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Lost revenue and productivity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backups and redundancy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Attacks Mapped to Security Goals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24688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Attack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Confidentiality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Integrity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Availability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Eavesdropping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Phishing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Man-in-the-Middle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Ransomware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Medium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DoS / DDoS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Countermeasures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Firewalls and intrusion detection systems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Strong passwords with multi-factor authentication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Regular patching and updates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Encryption of data at rest and in transit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Backups, security training and incident response</a:t>
            </a:r>
            <a:endParaRPr lang="en-US" sz="1600" dirty="0"/>
          </a:p>
        </p:txBody>
      </p:sp>
      <p:pic>
        <p:nvPicPr>
          <p:cNvPr id="4" name="Image 0" descr="img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691640"/>
            <a:ext cx="3108960" cy="2240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77840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Layered defence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62902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Threats exploit vulnerabilities to create risk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Attacks can be passive or active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attack harms confidentiality, integrity or availability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management and layered controls reduce impact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is a continuous process, not a one-time task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ECCA5A-8FE1-D537-75DD-764B92EA91CF}"/>
              </a:ext>
            </a:extLst>
          </p:cNvPr>
          <p:cNvSpPr txBox="1"/>
          <p:nvPr/>
        </p:nvSpPr>
        <p:spPr>
          <a:xfrm>
            <a:off x="3579223" y="2423161"/>
            <a:ext cx="2154051" cy="63094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rtlCol="0">
            <a:spAutoFit/>
          </a:bodyPr>
          <a:lstStyle/>
          <a:p>
            <a:r>
              <a:rPr lang="en-US" sz="3500" dirty="0">
                <a:latin typeface="Times New Roman (Body)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50012751"/>
      </p:ext>
    </p:extLst>
  </p:cSld>
  <p:clrMapOvr>
    <a:masterClrMapping/>
  </p:clrMapOvr>
</p:sld>
</file>

<file path=ppt/theme/theme1.xml><?xml version="1.0" encoding="utf-8"?>
<a:theme xmlns:a="http://schemas.openxmlformats.org/drawingml/2006/main" name="SecurityDeck">
  <a:themeElements>
    <a:clrScheme name="SecurityDeck">
      <a:dk1>
        <a:srgbClr val="1A1A1A"/>
      </a:dk1>
      <a:lt1>
        <a:srgbClr val="FFFFFF"/>
      </a:lt1>
      <a:dk2>
        <a:srgbClr val="1F3A5F"/>
      </a:dk2>
      <a:lt2>
        <a:srgbClr val="EEF2F7"/>
      </a:lt2>
      <a:accent1>
        <a:srgbClr val="1F3A5F"/>
      </a:accent1>
      <a:accent2>
        <a:srgbClr val="8B1E2D"/>
      </a:accent2>
      <a:accent3>
        <a:srgbClr val="2E6F8E"/>
      </a:accent3>
      <a:accent4>
        <a:srgbClr val="3B5B3A"/>
      </a:accent4>
      <a:accent5>
        <a:srgbClr val="B7791F"/>
      </a:accent5>
      <a:accent6>
        <a:srgbClr val="555555"/>
      </a:accent6>
      <a:hlink>
        <a:srgbClr val="1F3A5F"/>
      </a:hlink>
      <a:folHlink>
        <a:srgbClr val="555555"/>
      </a:folHlink>
    </a:clrScheme>
    <a:fontScheme name="SecurityDeck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569</Words>
  <Application>Microsoft Office PowerPoint</Application>
  <PresentationFormat>On-screen Show (16:9)</PresentationFormat>
  <Paragraphs>152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Times New Roman</vt:lpstr>
      <vt:lpstr>Times New Roman (Body)</vt:lpstr>
      <vt:lpstr>SecurityDeck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Attacks, Threats, Risks and Their Impact on Security Goals</dc:title>
  <dc:subject>PptxGenJS Presentation</dc:subject>
  <dc:creator>Vempati Murale karrtik</dc:creator>
  <cp:lastModifiedBy>Vempati Murale Karrtik</cp:lastModifiedBy>
  <cp:revision>2</cp:revision>
  <dcterms:created xsi:type="dcterms:W3CDTF">2026-10-08T01:48:04Z</dcterms:created>
  <dcterms:modified xsi:type="dcterms:W3CDTF">2026-10-08T03:15:29Z</dcterms:modified>
</cp:coreProperties>
</file>